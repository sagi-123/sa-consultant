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Website Development &amp; Launch Solutions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09728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417320"/>
            <a:ext cx="8046720" cy="3017520"/>
          </a:xfrm>
          <a:prstGeom prst="roundRect">
            <a:avLst>
              <a:gd name="adj" fmla="val 1212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MESSAGE FROM YOUR PROJECT MANAGER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7498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Hello! I am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Sajaruth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your dedicated Project Manager from the 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 Consultant and Staffing team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my pleasure to present our web solutions to you. I will oversee your project from end-to-end—coordinating the development, ensuring seamless deployment, connecting your custom domain, and registering your platform for Google Search visibility.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design, deploy, and launch websites built to grow your business, and I look forward to delivering a premium digital experience for you.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8862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   |   </a:t>
            </a:r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Connect • Consult • Succeed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BUILD WEBSITES THAT GROW YOUR BUSINESS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a tailored web development package that fits your business needs.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STARTER PACKAGE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1-Page Landing Page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Template-Based Design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Responsive Layout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Contact Form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1 Revision Included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3 - 5 Days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PACKAGE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060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$150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3 Custom Pages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Responsive Layout Design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Style Customization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Contact Form Integration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SEO &amp; Metadata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2 Revisions Included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5 - 7 Days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1014984"/>
            <a:ext cx="1856232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051560"/>
            <a:ext cx="1874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★ RECOMMENDED ★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PACKAGE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634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$300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5 Pages (Custom)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Responsive Design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Mobile &amp; Tablet Opt.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SEO-Friendly Structure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Basic Speed Optimization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Social Media Integration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3 Revisions Included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7 - 10 Days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720840" y="1005840"/>
            <a:ext cx="1874520" cy="33375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1014984"/>
            <a:ext cx="1856232" cy="6858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120700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PACKAGE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720840" y="1417320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$600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12280" y="1783080"/>
            <a:ext cx="1691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Up to 10 Tailored Pages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Fully Custom UI/UX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Advanced SEO Optimization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Speed Optimization Setup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WhatsApp &amp; Chat Setup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Google Analytics &amp; Blog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5 Revisions Included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720840" y="406908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Delivery: 10 - 14 Days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448056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ADD-ON SERVICES:  </a:t>
            </a:r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 Page ($20-$50)   |   E-commerce Setup (+$150-$300)   |   Logo Design ($50)   |   Maintenance ($50-$100/mo)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COMPLETE DEPLOYMENT &amp; LAUNCH PROCESS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take your website from development to a fully live, secure, and Google-indexed platform.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 CONSULTATION &amp; PLANNING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 business goals, plan website structure, and select the optimal technical stack.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Planning your success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 LIVE WEBSITE SETUP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files, provide an instant live URL, establish fast hosting, and enable secure HTTPS.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Accessible worldwide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35040" y="1005840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9728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 DOMAIN CONNECTION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your custom brand domain, perform domain ownership verification, and activate SSL.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Your brand, your domain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 DNS CONFIGURATION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standard DNS records (A Record: 76.76.21.21 &amp; CNAME) to link fully with hosting.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Point domain to hosting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 GOOGLE SEARCH CONSOLE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property to GSC, verify ownership, submit sitemap, and request immediate indexation.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Submit website to Google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2724912"/>
            <a:ext cx="256032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816352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 SEO VISIBILITY ACTIVATION
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Google discovers your pages, indexes content, and prepares your site for ranking.
</a:t>
            </a:r>
            <a:endParaRPr lang="en-US" sz="1000" dirty="0"/>
          </a:p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Ready for search traffic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|  +1 (609) 313-9192  |  sagina@saconsultantandstaffing.com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AFFORDABLE LAUNCH &amp; CONFIGURATION PACKAGES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basic live deployment to complete Google indexation, choose the configuration setup that fits you.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60704"/>
            <a:ext cx="2542032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BASIC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(Live Website Setup)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$49 One-Time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Website deployment &amp; hosting launch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SSL secure activation (HTTPS)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Instant live URL provisioning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Basic performance &amp; health check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00984" y="1060704"/>
            <a:ext cx="2542032" cy="7315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(Connect &amp; Configure)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918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$99 One-Time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Basic Setup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Custom brand domain connection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Complete DNS records configuration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Reliable HTTPS &amp; security settings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560320" cy="30632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44184" y="1060704"/>
            <a:ext cx="2542032" cy="7315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03504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VISIBILITY SETUP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(Get Discovered)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035040" y="14630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$149 One-Time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Everything in Professional Setup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Search Console integration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XML Sitemap generation &amp; submission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Indexing &amp; Search Visibility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438912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805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All launch packages include expert DNS pointing and full configuration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PARTNERING FOR YOUR SUCCESS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handle the technical complexities so you can focus entirely on growing your business.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931920" cy="3108960"/>
          </a:xfrm>
          <a:prstGeom prst="roundRect">
            <a:avLst>
              <a:gd name="adj" fmla="val 117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CHOOSE SA CONSULTANT &amp; STAFFING?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Setup: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manage everything from site development, domain pointing, to Search Console registration.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Tech Knowledge Needed: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don't need to write code or configure DNS records—our team handles the technical stack.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&amp; Secure Deployment: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Enjoy optimized page speeds, robust server responsiveness, and guaranteed SSL security.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Business-Ready Solutions: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create websites designed specifically to capture leads, display portfolios, and grow sales.
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Support Team: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Communicate directly with Sajaruth, your Project Manager, for real-time status and assistance.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3108960"/>
          </a:xfrm>
          <a:prstGeom prst="roundRect">
            <a:avLst>
              <a:gd name="adj" fmla="val 117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234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FINAL RESULTS DELIVERED TO YOU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600200"/>
            <a:ext cx="3566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Website Online: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fully functional, fast-loading, mobile-optimized website visible to the entire world.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Domain Connected: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professional domain (e.g. yourcompany.com) connected directly and secured via HTTPS.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Indexed &amp; Findable: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Registered with Google Search Console and submitted via sitemap, ready to rank in search results.
</a:t>
            </a:r>
            <a:endParaRPr lang="en-US" sz="85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💼  </a:t>
            </a:r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Professional Digital Presence: </a:t>
            </a:r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trust with modern layouts that establish credibility and turn web visitors into active clients.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SOMETHING AMAZING TOGETHER!   |   </a:t>
            </a:r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📞 +1 (609) 313-9192   |   </a:t>
            </a:r>
            <a:pPr algn="ctr"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sagina@saconsultantandstaffing.com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2026-06-09T10:56:41Z</dcterms:created>
  <dcterms:modified xsi:type="dcterms:W3CDTF">2026-06-09T10:56:41Z</dcterms:modified>
</cp:coreProperties>
</file>