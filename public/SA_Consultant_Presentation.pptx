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CONSULTANT AND STAFFING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Website Development &amp; Launch Solutions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10698480" cy="3200400"/>
          </a:xfrm>
          <a:prstGeom prst="roundRect">
            <a:avLst>
              <a:gd name="adj" fmla="val 142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FROM YOUR PROJECT MANAGER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0149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Hello! I am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Sajaruth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your dedicated Project Manager from the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Consultant and Staffing team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my pleasure to present our web solutions to you. I will oversee your project from end-to-end—coordinating the development, ensuring seamless deployment, connecting your custom domain, and registering your platform for Google Search visibility.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design, deploy, and launch websites built to grow your business, and I look forward to delivering a premium digital experience for you.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6634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sagina@saconsultantandstaffing.com   |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+1 (609) 313-9192   |   </a:t>
            </a:r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Connect • Consult • Succeed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BUILD WEBSITES THAT GROW YOUR BUSINESS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Modern, responsive, and high-performing websites designed to attract and convert customers.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514600" cy="41148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243584"/>
            <a:ext cx="2496312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 PACKAGE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1-Page Website (Landing Page)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5786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Template-Based Design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962656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Mobile Responsive Layout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34670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Contact Form Integration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73075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 Round of Revision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0292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3 - 5 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56432" y="1234440"/>
            <a:ext cx="2514600" cy="41148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65576" y="1243584"/>
            <a:ext cx="2496312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13716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PACKAGE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6432" y="16184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$150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593592" y="21945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3 Professional Pages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93592" y="25786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Responsive Layout Design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93592" y="2962656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Style Customization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93592" y="334670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Contact Form Integration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93592" y="373075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SEO Setup &amp; Metadata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93592" y="41148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2 Rounds of Revisions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56432" y="50292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5 - 7 Days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1234440"/>
            <a:ext cx="2514600" cy="41148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88" y="1243584"/>
            <a:ext cx="2496312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6181344" y="130759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RECOMMENDED 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81344" y="149047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PACKAGE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81344" y="16916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18504" y="21945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5 Pages (Custom Layout)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18504" y="25786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Fully Responsive Design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18504" y="2962656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Mobile &amp; Tablet Optimization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18504" y="334670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SEO-Friendly Structuring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18504" y="373075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Speed Optimization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18504" y="41148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Social Media Integration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18504" y="449884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3 Rounds of Revisions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81344" y="50292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7 - 10 Days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906256" y="1234440"/>
            <a:ext cx="2514600" cy="41148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15400" y="1243584"/>
            <a:ext cx="2496312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8906256" y="13716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PACKAGE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06256" y="16184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$600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043416" y="21945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10 Tailored Pages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43416" y="25786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Fully Custom UI/UX Design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043416" y="2962656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Advanced SEO Optimization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043416" y="334670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Speed Optimization Setup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43416" y="373075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WhatsApp &amp; Chat Integration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043416" y="41148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Google Analytics &amp; Blog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043416" y="449884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5 Rounds of Revisions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906256" y="50292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10 - 14 Days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1520" y="5486400"/>
            <a:ext cx="10698480" cy="59436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5596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ADD-ON SERVICES:  </a:t>
            </a:r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Page ($20-$50)   |   E-commerce Setup (+$150-$300)   |   Professional Logo Design ($50)   |   Monthly Maintenance ($50-$100/mo)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DEPLOYMENT TO GOOGLE VISIBILITY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take your website from development to a fully live, secure, and Google-indexed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4290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71600"/>
            <a:ext cx="3657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99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&amp; PLANNING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business goals, plan website structure, and select the optimal technical stack.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your success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61688" y="1234440"/>
            <a:ext cx="34290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1371600"/>
            <a:ext cx="3657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1399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56048" y="1371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WEBSITE SETUP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98848" y="1737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files, provide an instant live URL, establish fast hosting, and enable secure HTTPS.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98848" y="2194560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Accessible worldwide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991856" y="1234440"/>
            <a:ext cx="34290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9016" y="1371600"/>
            <a:ext cx="3657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129016" y="1399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86216" y="1371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CONNECTION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29016" y="1737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your custom brand domain, perform domain ownership verification, and activate SSL.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129016" y="2194560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brand, your domain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2633472"/>
            <a:ext cx="34290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2770632"/>
            <a:ext cx="3657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27980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27706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CONFIGURATION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13639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standard DNS records (A Record: 76.76.21.21 &amp; CNAME) to link fully with hosting.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68680" y="3593592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domain to hosting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61688" y="2633472"/>
            <a:ext cx="34290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98848" y="2770632"/>
            <a:ext cx="3657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4498848" y="27980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56048" y="27706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SEARCH CONSOLE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98848" y="313639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property to GSC, verify ownership, submit sitemap, and request immediate indexation.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98848" y="3593592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website to Google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91856" y="2633472"/>
            <a:ext cx="34290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29016" y="2770632"/>
            <a:ext cx="3657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8129016" y="27980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86216" y="27706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SEO VISIBILITY ACTIVATION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29016" y="313639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Google discovers your pages, indexes content, and prepares your site for ranking.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29016" y="3593592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for search traffic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402336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AFFORDABLE LAUNCH &amp; CONFIGURATION PACKAGES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4160520"/>
            <a:ext cx="3429000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0664" y="4169664"/>
            <a:ext cx="3410712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4206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SETUP (Live website setup)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31520" y="436168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$49 One-Time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68680" y="46360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Website deployment &amp; hosting launch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68680" y="49103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SSL secure activation (HTTPS)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68680" y="51846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Instant live URL setup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545896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Basic performance &amp; health check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361688" y="4160520"/>
            <a:ext cx="3429000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70832" y="4169664"/>
            <a:ext cx="341071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4361688" y="4206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SETUP (Connect &amp; Configure)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361688" y="436168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$99 One-Time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498848" y="46360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Everything in Basic Setup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498848" y="49103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brand domain connection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498848" y="51846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DNS configuration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498848" y="545896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Reliable HTTPS &amp; security settings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991856" y="4160520"/>
            <a:ext cx="3429000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01000" y="4169664"/>
            <a:ext cx="3410712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9" name="Text 57"/>
          <p:cNvSpPr/>
          <p:nvPr/>
        </p:nvSpPr>
        <p:spPr>
          <a:xfrm>
            <a:off x="7991856" y="4206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VISIBILITY SETUP (Get discovered)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991856" y="436168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$149 One-Time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129016" y="46360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Everything in Professional Setup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129016" y="49103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Search Console integration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129016" y="51846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XML Sitemap generation &amp; submission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129016" y="545896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Indexing &amp; Search Visibility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PARTNERING FOR YOUR SUCCESS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handle the technical complexities so you can focus entirely on growing your business.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3931920"/>
          </a:xfrm>
          <a:prstGeom prst="roundRect">
            <a:avLst>
              <a:gd name="adj" fmla="val 1163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CHOOSE SA CONSULTANT &amp; STAFFING?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Setup: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manage everything from site development, domain pointing, to Search Console registration.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Tech Knowledge Needed: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don't need to write code or configure DNS records—our team handles the technical stack.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337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Secure Deployment: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Enjoy optimized page speeds, robust server responsiveness, and guaranteed SSL security.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Business-Ready Solutions: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create websites designed specifically to capture leads, display portfolios, and grow sales.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4526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Support Team: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Communicate directly with Sajaruth, your Project Manager, for real-time status and assistance.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3931920"/>
          </a:xfrm>
          <a:prstGeom prst="roundRect">
            <a:avLst>
              <a:gd name="adj" fmla="val 116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FINAL RESULTS DELIVERED TO YOU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1488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</a:t>
            </a:r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Website Online: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fully functional, fast-loading, mobile-optimized website visible to the entire world.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0" y="28803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</a:t>
            </a:r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Domain Connected: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professional domain (e.g. yourcompany.com) connected directly and secured via HTTPS.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36118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</a:t>
            </a:r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Indexed &amp; Findable: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 with Google Search Console and submitted via sitemap, ready to rank in search results.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43434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💼  </a:t>
            </a:r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Digital Presence: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trust with modern layouts that establish credibility and turn web visitors into active clients.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SOMETHING AMAZING TOGETHER!   |   </a:t>
            </a:r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+1 (609) 313-9192   |   </a:t>
            </a:r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sagina@saconsultantandstaffing.com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2026-06-09T10:18:52Z</dcterms:created>
  <dcterms:modified xsi:type="dcterms:W3CDTF">2026-06-09T10:18:52Z</dcterms:modified>
</cp:coreProperties>
</file>