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Website Development &amp; Launch Solutions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04672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FROM YOUR PROJECT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Hello! I am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Sajaruth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your dedicated Project Manager from the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 team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my pleasure to present our web solutions to you. I will oversee your project from end-to-end—coordinating the development, ensuring seamless deployment, connecting your custom domain, and registering your platform for Google Search visibility.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design, deploy, and launch websites built to grow your business, and I look forward to delivering a premium digital experience for you.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   |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Connect • Consult • Succeed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WEBSITES THAT GROW YOUR BUSINESS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tailored web development package that fits your business needs.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PACKAGE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1-Page Landing Page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Template-Based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Responsive Layout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Contact Form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 Revision Included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3 - 5 Days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3 Custom Pages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Layout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Style Customization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Contact Form Integration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SEO &amp; Metadata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 Revisions Included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5 - 7 Days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014984"/>
            <a:ext cx="185623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51560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RECOMMENDED 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PACKAGE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5 Pages (Custom)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Responsive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&amp; Tablet Opt.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SEO-Friendly Structure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Speed Optimization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Social Media Integration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Revisions Included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7 - 10 Days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PACKAGE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10 Tailored Pages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Custom UI/UX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Advanced SEO Optimization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Speed Optimization Setup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&amp; Chat Setup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Google Analytics &amp; Blog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5 Revisions Included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208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10 - 14 Days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 SERVICES: 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Page ($20-$50)   |   E-commerce Setup (+$150-$300)   |   Logo Design ($50)   |   Maintenance ($50-$100/mo)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COMPLETE DEPLOYMENT &amp; LAUNCH PROCESS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take your website from development to a fully live, secure, and Google-indexed platform.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CONSULTATION &amp; PLANNING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business goals, plan website structure, and select the optimal technical stack.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Planning your success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LIVE WEBSITE SETUP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files, provide an instant live URL, establish fast hosting, and enable secure HTTPS.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Accessible worldwide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DOMAIN CONNECTION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custom brand domain, perform domain ownership verification, and activate SSL.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Your brand, your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DNS CONFIGURATION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standard DNS records (A Record: 76.76.21.21 &amp; CNAME) to link fully with hosting.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Point domain to hosting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GOOGLE SEARCH CONSOLE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property to GSC, verify ownership, submit sitemap, and request immediate indexation.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Submit website to Google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SEO VISIBILITY ACTIVATION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Google discovers your pages, indexes content, and prepares your site for ranking.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Ready for search traffic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|  +1 (609) 313-9192  |  sagina@saconsultantandstaffing.com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AFFORDABLE LAUNCH &amp; CONFIGURATION PACKAGES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basic live deployment to complete Google indexation, choose the configuration setup that fits you.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60704"/>
            <a:ext cx="254203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(Live Website Setup)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 One-Time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deployment &amp; hosting launch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secure activation (HTTPS)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live URL provisioning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performance &amp; health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0984" y="1060704"/>
            <a:ext cx="2542032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(Connect &amp; Configure)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 One-Time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Basic Setup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brand domain connection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DNS records configuration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Reliable HTTPS &amp; security settings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060704"/>
            <a:ext cx="254203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VISIBILITY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(Get Discovered)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 One-Time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Professional Setup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Search Console integration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XML Sitemap generation &amp; submission
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Indexing &amp; Search Visibility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All launch packages include expert DNS pointing and full configuration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FOR YOUR SUCCESS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handle the technical complexities so you can focus entirely on growing your business.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SA CONSULTANT &amp; STAFFING?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Setup: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manage everything from site development, domain pointing, to Search Console registration.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 Knowledge Needed: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need to write code or configure DNS records—our team handles the technical stack.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Secure Deployment: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optimized page speeds, robust server responsiveness, and guaranteed SSL security.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Solutions: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create websites designed specifically to capture leads, display portfolios, and grow sales.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Support Team: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 directly with Sajaruth, your Project Manager, for real-time status and assistance.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RESULTS DELIVERED TO YOU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Online: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functional, fast-loading, mobile-optimized website visible to the entire world.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Connected: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professional domain (e.g. yourcompany.com) connected directly and secured via HTTPS.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Indexed &amp; Findable: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with Google Search Console and submitted via sitemap, ready to rank in search results.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Digital Presence: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trust with modern layouts that establish credibility and turn web visitors into active clients.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 |   </a:t>
            </a:r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PROJECT PAYMENT PROCEDURE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Milestone-based payments ensure full transparency and on-time delivery at every stage.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14984"/>
            <a:ext cx="185623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Project Cost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213055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Payment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304288"/>
            <a:ext cx="1600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Requirement Gathering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Project Planning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Architecture Design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Timeline Agreement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Kickoff Meeting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014984"/>
            <a:ext cx="185623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0698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Project Cost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79192" y="213055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Milestone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2304288"/>
            <a:ext cx="1600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23774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Wireframes Completed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UI Design Presented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Client Approval Received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Development Ready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Design Sign-Off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014984"/>
            <a:ext cx="185623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0698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344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63440" y="1938528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Project Cost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36592" y="213055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Milestone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304288"/>
            <a:ext cx="1600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3774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Core Features Built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Testing Completed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Client Review Done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Bug Fixes Applied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Final UAT Sign-Off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08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1014984"/>
            <a:ext cx="1856232" cy="1051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10698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20840" y="12252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HANDOVER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1600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720840" y="1938528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Project Cost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93992" y="2130552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Completion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2304288"/>
            <a:ext cx="1600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23774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Production Deployment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Source Code Handover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Documentation Delivery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Training &amp; Support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Go-Live Confirmation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MILESTONE PAYMENTS? 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Process  |  Reduced Risk  |  Continuous Progress  |  Clear Deliverables  |  Professional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2026-06-11T17:57:53Z</dcterms:created>
  <dcterms:modified xsi:type="dcterms:W3CDTF">2026-06-11T17:57:53Z</dcterms:modified>
</cp:coreProperties>
</file>