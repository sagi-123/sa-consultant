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Website Development &amp; Launch Solutions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10698480" cy="3200400"/>
          </a:xfrm>
          <a:prstGeom prst="roundRect">
            <a:avLst>
              <a:gd name="adj" fmla="val 142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FROM YOUR PROJECT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Hello! I am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Sajaruth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your dedicated Project Manager from the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 team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my pleasure to present our web solutions to you. I will oversee your project from end-to-end—coordinating the development, ensuring seamless deployment, connecting your custom domain, and registering your platform for Google Search visibility.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design, deploy, and launch websites built to grow your business, and I look forward to delivering a premium digital experience for you.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   | 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Connect • Consult • Succeed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WEBSITES THAT GROW YOUR BUSINESS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responsive, and high-performing websites designed to attract and convert customers.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3560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PACKAGE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1-Page Website (Landing Page)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Template-Based Design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Responsive Layout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Contact Form Integration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 Round of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3 - 5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56432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43560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PACKAGE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56432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93592" y="21945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3 Professional Pages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Layout Design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Style Customization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Contact Form Integration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SEO Setup &amp; Metadata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 Rounds of Revisions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56432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5 - 7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88" y="1243584"/>
            <a:ext cx="249631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1280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RECOMMENDED 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143560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PACKAGE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18504" y="21945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5 Pages (Custom Layout)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Responsive Design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&amp; Tablet Optimization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SEO-Friendly Structuring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Speed Optimization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Social Media Integration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Rounds of Revisions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7 - 10 Days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06256" y="1234440"/>
            <a:ext cx="2514600" cy="41148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243584"/>
            <a:ext cx="2496312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1435608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PACKAGE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06256" y="1645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$600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43416" y="219456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10 Tailored Pages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Custom UI/UX Design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Advanced SEO Optimization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Speed Optimization Setup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&amp; Chat Integration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Google Analytics &amp; Blog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5 Rounds of Revisions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06256" y="5029200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10 - 14 Days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 SERVICES:  </a:t>
            </a:r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Page ($20-$50)   |   E-commerce Setup (+$150-$300)   |   Professional Logo Design ($50)   |   Monthly Maintenance ($50-$100/mo)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DEPLOYMENT TO GOOGLE VISIBILITY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take your website from development to a fully live, secure, and Google-indexed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CONSULTATION &amp; PLANNING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business goals, plan website structure, and select the optimal technical stack.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Planning your success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61688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1371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LIVE WEBSITE SETUP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files, provide an instant live URL, establish fast hosting, and enable secure HTTPS.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Accessible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91856" y="1234440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9016" y="1371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DOMAIN CONNECTION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custom brand domain, perform domain ownership verification, and activate SSL.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Your brand, your domain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7063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DNS CONFIGURATION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standard DNS records (A Record: 76.76.21.21 &amp; CNAME) to link fully with hosting.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Point domain to hosting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77063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GOOGLE SEARCH CONSOLE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property to GSC, verify ownership, submit sitemap, and request immediate indexation.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Submit website to Google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91856" y="2633472"/>
            <a:ext cx="34290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2770632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SEO VISIBILITY ACTIVATION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Google discovers your pages, indexes content, and prepares your site for ranking.
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Ready for search traffic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AFFORDABLE LAUNCH &amp; CONFIGURATION PACKAGES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" y="4169664"/>
            <a:ext cx="341071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SETUP (Live website setup)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 One-Time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deployment &amp; hosting launch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secure activation (HTTPS)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live URL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performance &amp; health check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61688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4169664"/>
            <a:ext cx="3410712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361688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SETUP (Connect &amp; Configure)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61688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 One-Time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98848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Basic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brand domain connection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DNS configuration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Reliable HTTPS &amp; security settings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91856" y="4160520"/>
            <a:ext cx="342900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4169664"/>
            <a:ext cx="3410712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991856" y="4206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VISIBILITY SETUP (Get discovered)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91856" y="436168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 One-Time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29016" y="46634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Professional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Search Console integration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XML Sitemap generation &amp; submission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Indexing &amp; Search Visibility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FOR YOUR SUCCESS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handle the technical complexities so you can focus entirely on growing your business.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3931920"/>
          </a:xfrm>
          <a:prstGeom prst="roundRect">
            <a:avLst>
              <a:gd name="adj" fmla="val 116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SA CONSULTANT &amp; STAFFING?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Setup: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manage everything from site development, domain pointing, to Search Console registration.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 Knowledge Needed: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need to write code or configure DNS records—our team handles the technical stack.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Secure Deployment: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optimized page speeds, robust server responsiveness, and guaranteed SSL security.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Solutions: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create websites designed specifically to capture leads, display portfolios, and grow sales.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Support Team: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 directly with Sajaruth, your Project Manager, for real-time status and assistance.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120640" cy="3931920"/>
          </a:xfrm>
          <a:prstGeom prst="roundRect">
            <a:avLst>
              <a:gd name="adj" fmla="val 1163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RESULTS DELIVERED TO YOU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Online: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functional, fast-loading, mobile-optimized website visible to the entire world.
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Connected: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professional domain (e.g. yourcompany.com) connected directly and secured via HTTPS.
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Indexed &amp; Findable: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with Google Search Console and submitted via sitemap, ready to rank in search results.
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Digital Presence: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trust with modern layouts that establish credibility and turn web visitors into active clients.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 |  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2026-06-09T10:28:36Z</dcterms:created>
  <dcterms:modified xsi:type="dcterms:W3CDTF">2026-06-09T10:28:36Z</dcterms:modified>
</cp:coreProperties>
</file>